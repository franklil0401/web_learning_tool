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41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9642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5669280" y="-731520"/>
            <a:ext cx="5029200" cy="502920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3" name="Shape 1"/>
          <p:cNvSpPr/>
          <p:nvPr/>
        </p:nvSpPr>
        <p:spPr>
          <a:xfrm rot="-480000">
            <a:off x="7315200" y="3657600"/>
            <a:ext cx="914400" cy="914400"/>
          </a:xfrm>
          <a:prstGeom prst="rect">
            <a:avLst/>
          </a:prstGeom>
          <a:solidFill>
            <a:srgbClr val="002FA7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488787"/>
            <a:ext cx="457200" cy="0"/>
          </a:xfrm>
          <a:prstGeom prst="line">
            <a:avLst/>
          </a:prstGeom>
          <a:noFill/>
          <a:ln w="19050">
            <a:solidFill>
              <a:srgbClr val="002FA7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IDEA · ONE TECH · ONE BUILD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</a:t>
            </a:r>
            <a:r>
              <a:rPr lang="en-US" sz="28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想法</a:t>
            </a:r>
            <a:r>
              <a:rPr lang="en-US" sz="2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、一项</a:t>
            </a:r>
            <a:r>
              <a:rPr lang="en-US" sz="28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</a:t>
            </a:r>
            <a:r>
              <a:rPr lang="en-US" sz="2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、一次</a:t>
            </a:r>
            <a:r>
              <a:rPr lang="en-US" sz="28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8229600" cy="0"/>
          </a:xfrm>
          <a:prstGeom prst="line">
            <a:avLst/>
          </a:prstGeom>
          <a:noFill/>
          <a:ln w="19050">
            <a:solidFill>
              <a:srgbClr val="002F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6413" y="2627141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Codex + </a:t>
            </a:r>
            <a:r>
              <a:rPr lang="en-US" sz="160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打造网课问答助手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60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从痛点到原型的完整旅程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华为读书分享会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 · ONE IDEA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274320" cy="27432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69994" y="2743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13464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读研时，</a:t>
            </a:r>
            <a:endParaRPr lang="en-US" sz="2600" dirty="0"/>
          </a:p>
          <a:p>
            <a:pPr marL="0" indent="0">
              <a:buNone/>
            </a:pPr>
            <a:r>
              <a:rPr lang="en-US" sz="2600" b="1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我一直有个	</a:t>
            </a:r>
            <a:r>
              <a:rPr lang="en-US" sz="2600" b="1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困扰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在B站上看各种课，能不能有一个助手：记录课堂内容，并且可以随时提问？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4023360" cy="914400"/>
          </a:xfrm>
          <a:prstGeom prst="rect">
            <a:avLst/>
          </a:prstGeom>
          <a:solidFill>
            <a:srgbClr val="F0F0EE"/>
          </a:solidFill>
          <a:ln w="9525">
            <a:solidFill>
              <a:srgbClr val="D4D4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86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2小时的课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听完就忘，重点抓不住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2194560"/>
            <a:ext cx="4023360" cy="914400"/>
          </a:xfrm>
          <a:prstGeom prst="rect">
            <a:avLst/>
          </a:prstGeom>
          <a:solidFill>
            <a:srgbClr val="F0F0EE"/>
          </a:solidFill>
          <a:ln w="9525">
            <a:solidFill>
              <a:srgbClr val="D4D4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286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想提问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606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没人能答，只能自己猜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4023360" cy="914400"/>
          </a:xfrm>
          <a:prstGeom prst="rect">
            <a:avLst/>
          </a:prstGeom>
          <a:solidFill>
            <a:srgbClr val="F0F0EE"/>
          </a:solidFill>
          <a:ln w="9525">
            <a:solidFill>
              <a:srgbClr val="D4D4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37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回顾知识点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反复拉进度条，效率极低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246120"/>
            <a:ext cx="4023360" cy="91440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337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笔记碎片化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657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D4D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记一段停一段、太耗时间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315968"/>
            <a:ext cx="8229600" cy="0"/>
          </a:xfrm>
          <a:prstGeom prst="line">
            <a:avLst/>
          </a:prstGeom>
          <a:noFill/>
          <a:ln w="19050">
            <a:solidFill>
              <a:srgbClr val="002F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我想要一个能</a:t>
            </a:r>
            <a:r>
              <a:rPr lang="en-US" sz="13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“记住”课程</a:t>
            </a:r>
            <a:r>
              <a:rPr lang="en-US" sz="13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、还能</a:t>
            </a:r>
            <a:r>
              <a:rPr lang="en-US" sz="13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随时提问</a:t>
            </a:r>
            <a:r>
              <a:rPr lang="en-US" sz="13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的助手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 · ONE IDEA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274320" cy="27432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SPARK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一个想法 + 一个浪潮 = </a:t>
            </a:r>
            <a:r>
              <a:rPr lang="en-US" sz="26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3931920" cy="256032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37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IDEA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想法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我一直想要那个“网课问答助手”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——能记住课程、能随时提问、能追溯来源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645920"/>
            <a:ext cx="3931920" cy="256032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737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D4D4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WAVE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2560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Vibe Coding 很火——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AI写代码不再是概念，而是真的能干活了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407408"/>
            <a:ext cx="8229600" cy="0"/>
          </a:xfrm>
          <a:prstGeom prst="line">
            <a:avLst/>
          </a:prstGeom>
          <a:noFill/>
          <a:ln w="19050">
            <a:solidFill>
              <a:srgbClr val="002F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</a:t>
            </a:r>
            <a:r>
              <a:rPr lang="en-US" sz="13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“想要”</a:t>
            </a:r>
            <a:r>
              <a:rPr lang="en-US" sz="13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</a:t>
            </a:r>
            <a:r>
              <a:rPr lang="en-US" sz="13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“动手”</a:t>
            </a:r>
            <a:r>
              <a:rPr lang="en-US" sz="13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，只差一个契机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II · ONE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274320" cy="27432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LIMITATION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直接问大模型，</a:t>
            </a:r>
            <a:r>
              <a:rPr lang="en-US" sz="2600" b="1" i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不行吗？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我看的B站网课内容，大模型根本没见过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2697480" cy="201168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574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知识不在训练集里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网课是新的、小众的、未公开的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大模型没见过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1965960"/>
            <a:ext cx="2697480" cy="201168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20574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20440" y="2331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会产生幻觉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0440" y="28346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没有依据时，模型会编造答案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还理直气壮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965960"/>
            <a:ext cx="2697480" cy="201168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0574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2331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无法定位来源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28346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回答不出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“老师在第几分钟讲的”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33088"/>
            <a:ext cx="8229600" cy="0"/>
          </a:xfrm>
          <a:prstGeom prst="line">
            <a:avLst/>
          </a:prstGeom>
          <a:noFill/>
          <a:ln w="19050">
            <a:solidFill>
              <a:srgbClr val="002F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我需要一个能</a:t>
            </a:r>
            <a:r>
              <a:rPr lang="en-US" sz="13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“看到”课堂内容后</a:t>
            </a:r>
            <a:r>
              <a:rPr lang="en-US" sz="13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再回答的方案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II · ONE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274320" cy="27432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= 检索增强</a:t>
            </a:r>
            <a:r>
              <a:rPr lang="en-US" sz="26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先检索，再回答——让大模型“看书”后再答题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3931920" cy="219456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574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TRADITIONAL LLM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传统大模型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凭记忆回答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0906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可能编造幻觉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34670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无法溯源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965960"/>
            <a:ext cx="3931920" cy="219456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0574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D4D4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RAG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2286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检索增强生成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28346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先查资料，再回答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0906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基于找到的内容回答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34670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告诉你是从哪找到的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315968"/>
            <a:ext cx="8229600" cy="0"/>
          </a:xfrm>
          <a:prstGeom prst="line">
            <a:avLst/>
          </a:prstGeom>
          <a:noFill/>
          <a:ln w="19050">
            <a:solidFill>
              <a:srgbClr val="002F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让大模型</a:t>
            </a:r>
            <a:r>
              <a:rPr lang="en-US" sz="13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“看书”后再答题</a:t>
            </a:r>
            <a:r>
              <a:rPr lang="en-US" sz="13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，而不是瞎蒙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II · ONE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274320" cy="27432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MECHANISM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怎么让计算机</a:t>
            </a:r>
            <a:r>
              <a:rPr lang="en-US" sz="26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“找相似内容”</a:t>
            </a:r>
            <a:r>
              <a:rPr lang="en-US" sz="2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2697480" cy="246888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373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向量化 Embedding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把文字转换成一串数字（向量）。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相似的内容，向量在空间里也靠得近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[文字A] → [0.12, 0.89, 0.34, ...]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337560" y="1645920"/>
            <a:ext cx="2697480" cy="246888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7373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2044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0440" y="2468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专门存储和检索向量的数据库。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给定一个问题，能快速找到最相关的课堂片段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3291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[文字B] → [0.11, 0.88, 0.35, ...] ← 相近!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17920" y="1645920"/>
            <a:ext cx="2697480" cy="246888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7373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2468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向量化 = 给内容建索引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 = 快速找到你要的那段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315968"/>
            <a:ext cx="8229600" cy="0"/>
          </a:xfrm>
          <a:prstGeom prst="line">
            <a:avLst/>
          </a:prstGeom>
          <a:noFill/>
          <a:ln w="19050">
            <a:solidFill>
              <a:srgbClr val="002F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向量化 = 给内容建索引 · 向量数据库 = </a:t>
            </a:r>
            <a:r>
              <a:rPr lang="en-US" sz="13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快速找到你要的那段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III · ONE BUILD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274320" cy="27432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不是随便问问，而是</a:t>
            </a:r>
            <a:r>
              <a:rPr lang="en-US" sz="26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结构化对话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3931920" cy="237744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373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常见误区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“帮我写一个RAG工具”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AI发散，结果不可控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不知道AI为什么这样写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645920"/>
            <a:ext cx="3931920" cy="237744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7373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D4D4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MY METHOD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先写需求文档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25603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AI聚焦，可控迭代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每一步都有文档依据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224528"/>
            <a:ext cx="8229600" cy="0"/>
          </a:xfrm>
          <a:prstGeom prst="line">
            <a:avLst/>
          </a:prstGeom>
          <a:noFill/>
          <a:ln w="19050">
            <a:solidFill>
              <a:srgbClr val="002F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需求文档是我和AI共同的</a:t>
            </a:r>
            <a:r>
              <a:rPr lang="en-US" sz="13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“路线图”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III · ONE BUILD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274320" cy="27432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从“一句话想法”到“</a:t>
            </a:r>
            <a:r>
              <a:rPr lang="en-US" sz="16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需求文档v1</a:t>
            </a: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solidFill>
            <a:srgbClr val="EBF0FF"/>
          </a:solidFill>
          <a:ln w="9525">
            <a:solidFill>
              <a:srgbClr val="002F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我：“我想做一个RAG网课问答工具，帮我生成一份需求文档</a:t>
            </a:r>
            <a:r>
              <a:rPr lang="en-US" sz="110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.md</a:t>
            </a:r>
            <a:r>
              <a:rPr lang="zh-CN" altLang="en-US" sz="110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，文档需要包含，，，，，，，，，</a:t>
            </a:r>
            <a:r>
              <a:rPr lang="en-US" sz="110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8229600" cy="2286000"/>
          </a:xfrm>
          <a:prstGeom prst="rect">
            <a:avLst/>
          </a:prstGeom>
          <a:solidFill>
            <a:srgbClr val="F5F5F3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965960"/>
            <a:ext cx="36576" cy="228600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5740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项目需求文档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33172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1. 目的是什么 → 对B站网课内容进行问答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60604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2. 输入是什么 → B站视频链接 或 本地字幕文件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88036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3. 输出是什么 → 针对用户问题的回答 + 来源（第几分钟）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15468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4. 需要哪些环境和库 → Python, OpenAI API, Chroma, LangChain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5. 工作流程 → 获取字幕 → 切片 → 向量化 → 存储 → 检索 → 生成回答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370332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6. 需要展现出什么效果 → 用户输入问题，得到答案和来源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97764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7. 注意事项 → 切片保留上下文；必须带时间戳溯源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361688"/>
            <a:ext cx="8229600" cy="0"/>
          </a:xfrm>
          <a:prstGeom prst="line">
            <a:avLst/>
          </a:prstGeom>
          <a:noFill/>
          <a:ln w="19050">
            <a:solidFill>
              <a:srgbClr val="002F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第一句对话，</a:t>
            </a:r>
            <a:r>
              <a:rPr lang="en-US" sz="13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决定了整个方向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III · ONE BUILD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274320" cy="27432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我改的是</a:t>
            </a:r>
            <a:r>
              <a:rPr lang="en-US" sz="16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</a:t>
            </a: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，AI改的是</a:t>
            </a:r>
            <a:r>
              <a:rPr lang="en-US" sz="16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3931920" cy="27432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813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我说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1463040"/>
            <a:ext cx="4114800" cy="274320"/>
          </a:xfrm>
          <a:prstGeom prst="rect">
            <a:avLst/>
          </a:prstGeom>
          <a:solidFill>
            <a:srgbClr val="E8E8E6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4813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AI做什么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828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“流程里缺少向量数据库的选择，加上Chroma”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1828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更新需求文档 v2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286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“注意事项要强调‘必须带时间戳’”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2286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更新需求文档 v3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743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“工作流程顺序不对，应该是先切片再向量化”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743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更新需求文档 v4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200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“根据最新文档v4，重新生成 loader.py”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3200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生成对应代码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611880"/>
            <a:ext cx="8229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71600" y="3749040"/>
            <a:ext cx="868680" cy="27432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" y="37490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改文档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31720" y="37490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97480" y="3749040"/>
            <a:ext cx="868680" cy="27432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28" name="Text 26"/>
          <p:cNvSpPr/>
          <p:nvPr/>
        </p:nvSpPr>
        <p:spPr>
          <a:xfrm>
            <a:off x="2697480" y="37490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改代码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0" y="37490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023360" y="3749040"/>
            <a:ext cx="868680" cy="274320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31" name="Text 29"/>
          <p:cNvSpPr/>
          <p:nvPr/>
        </p:nvSpPr>
        <p:spPr>
          <a:xfrm>
            <a:off x="4023360" y="37490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改文档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37490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349240" y="3749040"/>
            <a:ext cx="868680" cy="27432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34" name="Text 32"/>
          <p:cNvSpPr/>
          <p:nvPr/>
        </p:nvSpPr>
        <p:spPr>
          <a:xfrm>
            <a:off x="5349240" y="37490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改代码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133088"/>
            <a:ext cx="8229600" cy="0"/>
          </a:xfrm>
          <a:prstGeom prst="line">
            <a:avLst/>
          </a:prstGeom>
          <a:noFill/>
          <a:ln w="19050">
            <a:solidFill>
              <a:srgbClr val="002F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每一次改需求文档，都是在对AI进行</a:t>
            </a:r>
            <a:r>
              <a:rPr lang="en-US" sz="13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“注意力引导”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III · ONE BUILD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274320" cy="27432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5" name="Text 3"/>
          <p:cNvSpPr/>
          <p:nvPr/>
        </p:nvSpPr>
        <p:spPr>
          <a:xfrm>
            <a:off x="8434317" y="4663440"/>
            <a:ext cx="37804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让AI和你“</a:t>
            </a:r>
            <a:r>
              <a:rPr lang="en-US" sz="16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在同一张地图上</a:t>
            </a: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”对话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4114800" cy="2560320"/>
          </a:xfrm>
          <a:prstGeom prst="rect">
            <a:avLst/>
          </a:prstGeom>
          <a:solidFill>
            <a:srgbClr val="F5F5F3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463040"/>
            <a:ext cx="36576" cy="256032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5544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当前项目结构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17556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docs/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195681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需求文档.md  # v4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15798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23591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loader.py      # 字幕加载(已测试)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2560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splitter.py    # 切片逻辑(待优化)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27614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embedder.py   # 向量化(已完成)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94360" y="296265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retriever.py   # 检索(已完成)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4360" y="316382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app.py        # 主界面(待加多轮对话)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" y="33649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data/subtitles/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4360" y="35661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项目结构.md  # 这个文件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846320" y="1463040"/>
            <a:ext cx="3840480" cy="1143000"/>
          </a:xfrm>
          <a:prstGeom prst="rect">
            <a:avLst/>
          </a:prstGeom>
          <a:solidFill>
            <a:srgbClr val="F0F0EE"/>
          </a:solidFill>
          <a:ln w="19050">
            <a:solidFill>
              <a:srgbClr val="002F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对我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0" y="18745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清楚项目进展到哪一步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知道下一步该做什么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遇到问题知道去哪个文件改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743200"/>
            <a:ext cx="3840480" cy="128016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2834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对AI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29200" y="31546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知道项目全貌，不瞎猜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生成新代码时知道放在哪里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修改代码时知道上下文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178808"/>
            <a:ext cx="8229600" cy="0"/>
          </a:xfrm>
          <a:prstGeom prst="line">
            <a:avLst/>
          </a:prstGeom>
          <a:noFill/>
          <a:ln w="19050">
            <a:solidFill>
              <a:srgbClr val="002F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这个文件就像项目的</a:t>
            </a:r>
            <a:r>
              <a:rPr lang="en-US" sz="13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“地图”</a:t>
            </a:r>
            <a:r>
              <a:rPr lang="en-US" sz="13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，我和AI都按图索骥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900" kern="0" spc="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274320" cy="27432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5" name="Text 3"/>
          <p:cNvSpPr/>
          <p:nvPr/>
        </p:nvSpPr>
        <p:spPr>
          <a:xfrm>
            <a:off x="8434317" y="4663440"/>
            <a:ext cx="37804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TAKEAWAYS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三点</a:t>
            </a:r>
            <a:r>
              <a:rPr lang="en-US" sz="26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收获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3474720" cy="137160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3344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1600" b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</a:rPr>
              <a:t>计算机的发展过程就是不断将重复的过程代码化，工具化。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89120" y="1554480"/>
            <a:ext cx="4389120" cy="0"/>
          </a:xfrm>
          <a:prstGeom prst="line">
            <a:avLst/>
          </a:prstGeom>
          <a:noFill/>
          <a:ln w="6350">
            <a:solidFill>
              <a:srgbClr val="D4D4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6276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16276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100" b="1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</a:rPr>
              <a:t>Agent</a:t>
            </a:r>
            <a:r>
              <a:rPr lang="zh-CN" altLang="en-US" sz="1100" b="1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</a:rPr>
              <a:t>是可以自己造工具的工具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0" y="19659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多上手，多尝试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89120" y="2423160"/>
            <a:ext cx="4389120" cy="0"/>
          </a:xfrm>
          <a:prstGeom prst="line">
            <a:avLst/>
          </a:prstGeom>
          <a:noFill/>
          <a:ln w="6350">
            <a:solidFill>
              <a:srgbClr val="D4D4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24963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20640" y="24963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Vibe Coding降低了动手门槛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28346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想法 → 原型，比以前快太多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89120" y="3291840"/>
            <a:ext cx="4389120" cy="0"/>
          </a:xfrm>
          <a:prstGeom prst="line">
            <a:avLst/>
          </a:prstGeom>
          <a:noFill/>
          <a:ln w="19050">
            <a:solidFill>
              <a:srgbClr val="002F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0" y="4023360"/>
            <a:ext cx="4389120" cy="0"/>
          </a:xfrm>
          <a:prstGeom prst="line">
            <a:avLst/>
          </a:prstGeom>
          <a:noFill/>
          <a:ln w="19050">
            <a:solidFill>
              <a:srgbClr val="002F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336499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20640" y="33649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结构化需求 = 引导AI注意力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37033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笼统提问 = 随机结果，结构化需求 = 可控输出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772400" y="914400"/>
            <a:ext cx="457200" cy="0"/>
          </a:xfrm>
          <a:prstGeom prst="line">
            <a:avLst/>
          </a:prstGeom>
          <a:noFill/>
          <a:ln w="19050">
            <a:solidFill>
              <a:srgbClr val="002FA7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274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r>
              <a:rPr lang="en-US" sz="28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聆听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0"/>
          </a:xfrm>
          <a:prstGeom prst="line">
            <a:avLst/>
          </a:prstGeom>
          <a:noFill/>
          <a:ln w="19050">
            <a:solidFill>
              <a:srgbClr val="002F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华为读书分享会 </a:t>
            </a:r>
            <a:r>
              <a:rPr lang="en-US" sz="1200" b="1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723</Words>
  <Application>Microsoft Office PowerPoint</Application>
  <PresentationFormat>全屏显示(16:9)</PresentationFormat>
  <Paragraphs>201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一个想法、一项技术、一次开发——用Codex + RAG打造网课问答助手</dc:title>
  <dc:subject>PptxGenJS Presentation</dc:subject>
  <dc:creator>华为读书分享会</dc:creator>
  <cp:lastModifiedBy>shuhong li</cp:lastModifiedBy>
  <cp:revision>3</cp:revision>
  <dcterms:created xsi:type="dcterms:W3CDTF">2026-05-27T14:22:36Z</dcterms:created>
  <dcterms:modified xsi:type="dcterms:W3CDTF">2026-05-28T02:04:56Z</dcterms:modified>
</cp:coreProperties>
</file>